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B0B8-4E2D-4B46-98C1-A34311000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BFDD0-D76A-F255-07FF-76E80B218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75F4F-2A2B-CDE7-0B0D-A6DA7CEE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0AE15-8EE8-6545-2CE4-A68365E69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C097A-4FF7-AB3A-42AD-C2EA6DC8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1808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438E-0B6A-0B8B-DEED-3B9FAD57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A52B4-B340-3D54-439B-0B341F90D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8A428-0CC4-3680-8879-7242DF2E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B57B4-5CEC-A1FD-D32B-C788043D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AD4CE-40B6-BDA6-1ECC-EDEA4842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866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865FF-20A7-FA72-9259-B5E9AE01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A5491-7403-7D42-B2DE-2EA008C80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779F-FEC6-CD60-7144-1D53C0BF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C7A1B-E280-23CD-9347-BD8F81F0F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B4FA2-C8A6-A217-8850-922180AA5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3697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B7C8-27C7-5591-7C9A-D9614B9DB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8FC17-5B70-FC6F-3165-516BB7E9F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79963-FBA2-4171-1155-B78BC3E20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9BA25-AC95-09F9-291F-12161C1A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E5FA1-308B-09BD-07F1-0CCCC2180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3C8EE-5610-205D-90B8-9DB074A8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65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B912-D171-CB2A-0C3B-4F7E16C02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BF1B0-7053-C48E-70A2-1B4A25919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3A369-0D60-D2C2-E3ED-237AD8054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543F7-725E-7BF4-CBD9-AA96F7E72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7B9767-1E29-01F1-62D7-5ADCF6166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16762-B339-4167-1CA1-72FCF5D1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22A63-7445-3548-348A-E5806C8B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4972-5EEC-A5A3-30AF-2F0A8FA4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7805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058F9-A1AF-6309-21DA-C79D38DE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8C3C2-C48A-AA22-06DB-DE0B6EDF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9901B-062E-A645-B316-299BAE86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A26B5-96DE-0BC2-C4AB-13173B9F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2554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687872-0DC4-883F-2196-27770280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574CA6-CCBF-1434-4F75-267DAA47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3CE80-CC86-D3A4-BC4E-1C0CEF6E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3843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6259-01F1-E961-119F-F209F1472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3B4D-1800-0796-C156-E25B852E8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33AA7-EC16-7249-2D46-A16E596F3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61C3B-5154-A345-143F-8A0AF1FE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375B9-8E56-C262-9BED-82D21F43F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5B650-3D18-F78D-B11A-4B8CF828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598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3038-A614-175C-A627-201276552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9BB88A-7E78-6368-B742-232DBDF658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3E191-5351-A110-C983-9322E29E5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87D19-2A57-0655-F3C4-5C97353E7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53634-A27F-1D7A-1895-4675BF4E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8FCAF-E777-AC97-E33A-1D9DD65F2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412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5A5AB-19A2-0C0E-5E8F-DC781AB4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0CE56-C5E6-0707-714A-8AC8E5DE4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26EBD-9A5D-8692-C3E9-3271DA39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8D324-0954-11DD-882C-D17D142B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00F51-1589-9154-7E1F-E9E89199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314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E7AE8-C554-A764-DB51-FEF089F6E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22F89-08C4-3324-D525-6A4ABA539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AC94B-5592-1B21-A644-E41AB88B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222E5-B195-D090-285B-3777B02A5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D6F19-2623-CDFF-B2FF-6BC5BFEA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760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192E8E-C768-C0B1-E6A0-D35584E0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2851D-0CFE-2EE7-6A77-B1CF477E1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C3967-6D47-8F61-0A25-E43A196CB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620C5-3988-4560-B726-5AE31FDC7AF6}" type="datetimeFigureOut">
              <a:rPr lang="en-SG" smtClean="0"/>
              <a:t>13/1/2026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47D1A-EF99-19EE-A92A-1152CE09D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D0DD2-DA06-69F0-7D5E-4DEDC40C9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C689B-3EF4-44DF-834F-923EDB413C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542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2191B-D06B-8298-7FF2-A24E2F061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My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A83F84-7691-F232-257B-F7D823629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67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33023-CA10-3BCD-3780-9B8573E27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We need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25822-AD8E-0EDC-25C9-1C52EF269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Download </a:t>
            </a:r>
            <a:r>
              <a:rPr lang="en-SG" dirty="0" err="1"/>
              <a:t>hsr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2684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7894-7E55-8B49-D900-3EE1BB1E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 earned 2000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BC864-AD8E-A45F-5C92-2A6D7775B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4181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AB20-ED27-FD65-98EB-706D14968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secret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1915F-6129-6DEE-8B8A-31EDC8502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Password: 12345</a:t>
            </a:r>
          </a:p>
          <a:p>
            <a:r>
              <a:rPr lang="en-SG" dirty="0"/>
              <a:t>Username: Gavier</a:t>
            </a:r>
            <a:br>
              <a:rPr lang="en-SG" dirty="0"/>
            </a:br>
            <a:br>
              <a:rPr lang="en-SG" dirty="0"/>
            </a:br>
            <a:r>
              <a:rPr lang="en-SG" dirty="0"/>
              <a:t>Credit card information: 1234 2345 3456 4567</a:t>
            </a:r>
          </a:p>
          <a:p>
            <a:r>
              <a:rPr lang="en-SG" dirty="0"/>
              <a:t>Important!</a:t>
            </a:r>
            <a:br>
              <a:rPr lang="en-SG" dirty="0"/>
            </a:br>
            <a:r>
              <a:rPr lang="en-SG" dirty="0"/>
              <a:t>This guy loves bubble tea. Do not buy him anymore bubble tea. </a:t>
            </a:r>
            <a:r>
              <a:rPr lang="en-SG" dirty="0" err="1"/>
              <a:t>Hes</a:t>
            </a:r>
            <a:r>
              <a:rPr lang="en-SG" dirty="0"/>
              <a:t> ID is T0712150J League of Legends is a game, and he loves </a:t>
            </a:r>
            <a:r>
              <a:rPr lang="en-SG" dirty="0" err="1"/>
              <a:t>Honkai</a:t>
            </a:r>
            <a:r>
              <a:rPr lang="en-SG" dirty="0"/>
              <a:t> Star Rail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5250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My slides</vt:lpstr>
      <vt:lpstr>We need to</vt:lpstr>
      <vt:lpstr>I earned 2000</vt:lpstr>
      <vt:lpstr>secret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PEH GUANG HONG GAVIER</dc:creator>
  <cp:lastModifiedBy>PEH GUANG HONG GAVIER</cp:lastModifiedBy>
  <cp:revision>1</cp:revision>
  <dcterms:created xsi:type="dcterms:W3CDTF">2026-01-13T05:08:59Z</dcterms:created>
  <dcterms:modified xsi:type="dcterms:W3CDTF">2026-01-13T05:09:53Z</dcterms:modified>
</cp:coreProperties>
</file>